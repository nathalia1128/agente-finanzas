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E2761">
              <a:alpha val="60000"/>
            </a:srgbClr>
          </a:solidFill>
          <a:ln w="12700">
            <a:solidFill>
              <a:srgbClr val="1E2761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1A3080">
              <a:alpha val="50000"/>
            </a:srgbClr>
          </a:solidFill>
          <a:ln w="12700">
            <a:solidFill>
              <a:srgbClr val="1A308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457200"/>
            <a:ext cx="2011680" cy="347472"/>
          </a:xfrm>
          <a:prstGeom prst="roundRect">
            <a:avLst>
              <a:gd name="adj" fmla="val 26316"/>
            </a:avLst>
          </a:prstGeom>
          <a:solidFill>
            <a:srgbClr val="4FC3F7">
              <a:alpha val="80000"/>
            </a:srgbClr>
          </a:solidFill>
          <a:ln w="12700">
            <a:solidFill>
              <a:srgbClr val="4FC3F7">
                <a:alpha val="8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57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SEMINARIO IA APLICADA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Financiero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con IA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construí un asistente que maneja mis finanzas,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avisa de pagos y responde por WhatsApp — 24/7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4389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Nathalia Castiblanco  •  Mayo 2026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09728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lo construí?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188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Muchas tablas, poco control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Tenía datos en Notion pero sin visibilidad en tiempo real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577840" y="1188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Pagos olvidados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Deudas con fecha de vencimiento que se me pasaban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💸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Gastos sin registrar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Compras esporádicas que nunca llegaban al presupuesto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78892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📧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77840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Facturas del hogar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77840" y="3291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Correos de luz, agua, gas e internet sin procesar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un agente que conecta todo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474720" y="1645920"/>
            <a:ext cx="2194560" cy="137160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164592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4B"/>
                </a:solidFill>
              </a:rPr>
              <a:t>Agente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1B4B"/>
                </a:solidFill>
              </a:rPr>
              <a:t>Claude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229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(Twilio)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301752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3017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(5 tablas)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75120" y="82296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8229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Gmail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(Facturas)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675120" y="301752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3017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GitHub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74720" y="411480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41148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Railway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(24/7)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86000" y="1234440"/>
            <a:ext cx="12801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86000" y="3063240"/>
            <a:ext cx="12801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669280" y="1234440"/>
            <a:ext cx="10972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669280" y="3063240"/>
            <a:ext cx="10972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572000" y="3063240"/>
            <a:ext cx="0" cy="1051560"/>
          </a:xfrm>
          <a:prstGeom prst="line">
            <a:avLst/>
          </a:prstGeom>
          <a:noFill/>
          <a:ln w="19050">
            <a:solidFill>
              <a:srgbClr val="CADCFC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Claude Sonnet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Cerebro del agente — razona y decide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54864" cy="6858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Notion 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Base de datos de finanzas — 5 tablas conectadas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54864" cy="685800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84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Twilio + WhatsApp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13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Canal de comunicación bidireccional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965960"/>
            <a:ext cx="54864" cy="68580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984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FastAPI + Python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313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Servidor backend que orquesta todo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Gmail API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2735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Lectura de facturas del hogar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926080"/>
            <a:ext cx="54864" cy="685800"/>
          </a:xfrm>
          <a:prstGeom prst="rect">
            <a:avLst/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9443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GitHub Actions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32735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Alertas automáticas diarias a las 8am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54864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904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Railway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42336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Hosting 24/7 en la nube — tier gratuito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886200"/>
            <a:ext cx="54864" cy="68580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904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Gemini (opcional)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37760" y="42336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Transcripción de audios de WhatsApp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puede hacer?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4048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✍️  Tú le escribes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840480" cy="475488"/>
          </a:xfrm>
          <a:prstGeom prst="rect">
            <a:avLst/>
          </a:prstGeom>
          <a:solidFill>
            <a:srgbClr val="F8FA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3619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"Gasté $25.000 en el bus"  →  Registra en Notion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075688"/>
            <a:ext cx="38404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0312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"¿Cuánto me queda de presupuesto?"  →  Consulta y responde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3840480" cy="475488"/>
          </a:xfrm>
          <a:prstGeom prst="rect">
            <a:avLst/>
          </a:prstGeom>
          <a:solidFill>
            <a:srgbClr val="F8FA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6700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"Compré zapatos con Rappi a 3 cuotas"  →  Registra en Deudas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09544"/>
            <a:ext cx="38404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23697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"¿Cuánto debo en Gold?"  →  Muestra saldo y cupo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76472"/>
            <a:ext cx="3840480" cy="475488"/>
          </a:xfrm>
          <a:prstGeom prst="rect">
            <a:avLst/>
          </a:prstGeom>
          <a:solidFill>
            <a:srgbClr val="F8FA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"¿Qué pagos se vienen?"  →  Lista deudas próximas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005840"/>
            <a:ext cx="3840480" cy="411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4B"/>
                </a:solidFill>
              </a:rPr>
              <a:t>🔔  Alertas automáticas (8am)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46320" y="1508760"/>
            <a:ext cx="3840480" cy="475488"/>
          </a:xfrm>
          <a:prstGeom prst="rect">
            <a:avLst/>
          </a:prstGeom>
          <a:solidFill>
            <a:srgbClr val="F0FF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153619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📅  Deuda vence en 7 días → aviso anticipado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2075688"/>
            <a:ext cx="38404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10312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📅  Deuda vence en 3 días → recordatorio urgente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2642616"/>
            <a:ext cx="3840480" cy="475488"/>
          </a:xfrm>
          <a:prstGeom prst="rect">
            <a:avLst/>
          </a:prstGeom>
          <a:solidFill>
            <a:srgbClr val="F0FF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6700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💰  Presupuesto al 80% → alerta preventiva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3209544"/>
            <a:ext cx="38404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323697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🚨  Presupuesto excedido → alerta inmediata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3776472"/>
            <a:ext cx="3840480" cy="475488"/>
          </a:xfrm>
          <a:prstGeom prst="rect">
            <a:avLst/>
          </a:prstGeom>
          <a:solidFill>
            <a:srgbClr val="F0FF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</a:rPr>
              <a:t>🏠  Nueva factura de servicios → monto y fecha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aprendidas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691640"/>
          </a:xfrm>
          <a:prstGeom prst="rect">
            <a:avLst/>
          </a:prstGeom>
          <a:solidFill>
            <a:srgbClr val="FAFBFF"/>
          </a:solidFill>
          <a:ln w="6350">
            <a:solidFill>
              <a:srgbClr val="E8EDFF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15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3F7"/>
                </a:solidFill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43000" y="11155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Empieza con los datos que ya tienes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6420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No rehíce mis tablas de Notion — el agente se adaptó a mi estructura existente. Esto ahorró semanas y no rompió mis automatizaciones.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005840"/>
            <a:ext cx="3931920" cy="1691640"/>
          </a:xfrm>
          <a:prstGeom prst="rect">
            <a:avLst/>
          </a:prstGeom>
          <a:solidFill>
            <a:srgbClr val="FAFBFF"/>
          </a:solidFill>
          <a:ln w="6350">
            <a:solidFill>
              <a:srgbClr val="E8EDFF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115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32120" y="11155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Las versiones de librerías importan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83480" y="166420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notion-client v3.0.0 eliminó el método .query(). Siempre revisar el changelog antes de asumir que el código de la documentación funciona.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3931920" cy="1691640"/>
          </a:xfrm>
          <a:prstGeom prst="rect">
            <a:avLst/>
          </a:prstGeom>
          <a:solidFill>
            <a:srgbClr val="FAFBFF"/>
          </a:solidFill>
          <a:ln w="6350">
            <a:solidFill>
              <a:srgbClr val="E8EDFF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35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43000" y="30358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Confía en los cálculos de Notion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35844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En lugar de recalcular el presupuesto en Python, el agente lee la columna 'Alerta' que Notion ya calcula. Menos código, más confiable.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2926080"/>
            <a:ext cx="3931920" cy="1691640"/>
          </a:xfrm>
          <a:prstGeom prst="rect">
            <a:avLst/>
          </a:prstGeom>
          <a:solidFill>
            <a:srgbClr val="FAFBFF"/>
          </a:solidFill>
          <a:ln w="6350">
            <a:solidFill>
              <a:srgbClr val="E8EDFF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83480" y="3035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C3AED"/>
                </a:solidFill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532120" y="30358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La disponibilidad 24/7 no es gratis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83480" y="35844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Un servidor local con ngrok pierde mensajes al reiniciar. Railway + URL fija resolvió el problema definitivamente.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 clave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1600200"/>
          </a:xfrm>
          <a:prstGeom prst="rect">
            <a:avLst/>
          </a:prstGeom>
          <a:solidFill>
            <a:srgbClr val="162050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Tool Use de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El agente decide qué herramientas usar — no hay lógica if/else. Claude razona cuándo consultar Notion, cuándo registrar y cuándo solo responder.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931920" cy="1600200"/>
          </a:xfrm>
          <a:prstGeom prst="rect">
            <a:avLst/>
          </a:prstGeom>
          <a:solidFill>
            <a:srgbClr val="162050"/>
          </a:solidFill>
          <a:ln w="25400">
            <a:solidFill>
              <a:srgbClr val="4FC3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051560"/>
            <a:ext cx="393192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Solo lectura en 4 tablas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83480" y="1554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El agente solo escribe en Gastos esporádicos y Deudas Personal. Las demás tablas son de solo lectura para proteger datos existentes.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3931920" cy="1600200"/>
          </a:xfrm>
          <a:prstGeom prst="rect">
            <a:avLst/>
          </a:prstGeom>
          <a:solidFill>
            <a:srgbClr val="162050"/>
          </a:solidFill>
          <a:ln w="25400">
            <a:solidFill>
              <a:srgbClr val="2429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880360"/>
            <a:ext cx="3931920" cy="54864"/>
          </a:xfrm>
          <a:prstGeom prst="rect">
            <a:avLst/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0175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GitHub Actions como scheduler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3832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Las alertas automáticas corren en la nube sin depender del PC. 60 minutos/mes de los 2000 gratuitos — costo cero.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2880360"/>
            <a:ext cx="3931920" cy="1600200"/>
          </a:xfrm>
          <a:prstGeom prst="rect">
            <a:avLst/>
          </a:prstGeom>
          <a:solidFill>
            <a:srgbClr val="162050"/>
          </a:solidFill>
          <a:ln w="25400">
            <a:solidFill>
              <a:srgbClr val="25D3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2880360"/>
            <a:ext cx="3931920" cy="54864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30175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Cola de Twilio + Railway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33832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El servidor en Railway corre 24/7. Si hay downtime, Twilio guarda los mensajes y los reintenta. No se pierde ninguna interacción.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cuesta?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Costo mensual estimado para uso personal (~30 mensajes/día)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475488"/>
          </a:xfrm>
          <a:prstGeom prst="rect">
            <a:avLst/>
          </a:prstGeom>
          <a:solidFill>
            <a:srgbClr val="F8FA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78992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0642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Claude API (Anthropic)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350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$3/1M tokens entrada · $15/1M salida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0" y="11338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~$2–4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45920"/>
            <a:ext cx="54864" cy="475488"/>
          </a:xfrm>
          <a:prstGeom prst="rect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67335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Twilio WhatsApp Sandbox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1901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Solo tú lo usas · número compartido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32320" y="17007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2C55E"/>
                </a:solidFill>
              </a:rPr>
              <a:t>$0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212848"/>
            <a:ext cx="8229600" cy="475488"/>
          </a:xfrm>
          <a:prstGeom prst="rect">
            <a:avLst/>
          </a:prstGeom>
          <a:solidFill>
            <a:srgbClr val="F8FA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212848"/>
            <a:ext cx="54864" cy="47548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24028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Notion API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246888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Lectura y escritura ilimitada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226771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2C55E"/>
                </a:solidFill>
              </a:rPr>
              <a:t>$0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779776"/>
            <a:ext cx="54864" cy="475488"/>
          </a:xfrm>
          <a:prstGeom prst="rect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807208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Gmail API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30358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Lectura de correos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0" y="2834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2C55E"/>
                </a:solidFill>
              </a:rPr>
              <a:t>$0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46704"/>
            <a:ext cx="8229600" cy="475488"/>
          </a:xfrm>
          <a:prstGeom prst="rect">
            <a:avLst/>
          </a:prstGeom>
          <a:solidFill>
            <a:srgbClr val="F8FA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346704"/>
            <a:ext cx="54864" cy="475488"/>
          </a:xfrm>
          <a:prstGeom prst="rect">
            <a:avLst/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37413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GitHub Actions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60273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2.000 min/mes gratis · usas ~60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32320" y="340156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2C55E"/>
                </a:solidFill>
              </a:rPr>
              <a:t>$0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3913632"/>
            <a:ext cx="8229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913632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410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Railway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416966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$5 USD créditos gratuitos/mes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0" y="396849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2C55E"/>
                </a:solidFill>
              </a:rPr>
              <a:t>$0*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7200" y="4572000"/>
            <a:ext cx="822960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572000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TOTAL MENSUAL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0" y="457200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FC3F7"/>
                </a:solidFill>
              </a:rPr>
              <a:t>~$2–4 USD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¿Tú puedes construir algo así?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F7"/>
                </a:solidFill>
              </a:rPr>
              <a:t>Sí. Solo necesitas: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029200" cy="457200"/>
          </a:xfrm>
          <a:prstGeom prst="rect">
            <a:avLst/>
          </a:prstGeom>
          <a:solidFill>
            <a:srgbClr val="162050"/>
          </a:solidFill>
          <a:ln w="6350">
            <a:solidFill>
              <a:srgbClr val="2A3F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3619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🧠  Una API de IA con Tool Use (Claude, Gemini, GPT-4)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029200" cy="457200"/>
          </a:xfrm>
          <a:prstGeom prst="rect">
            <a:avLst/>
          </a:prstGeom>
          <a:solidFill>
            <a:srgbClr val="162050"/>
          </a:solidFill>
          <a:ln w="6350">
            <a:solidFill>
              <a:srgbClr val="2A3F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8483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💬  Un canal de comunicación (WhatsApp, Telegram, Slack)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029200" cy="457200"/>
          </a:xfrm>
          <a:prstGeom prst="rect">
            <a:avLst/>
          </a:prstGeom>
          <a:solidFill>
            <a:srgbClr val="162050"/>
          </a:solidFill>
          <a:ln w="6350">
            <a:solidFill>
              <a:srgbClr val="2A3F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3347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🗄️  Una fuente de datos (Notion, Google Sheets, cualquier DB)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5029200" cy="457200"/>
          </a:xfrm>
          <a:prstGeom prst="rect">
            <a:avLst/>
          </a:prstGeom>
          <a:solidFill>
            <a:srgbClr val="162050"/>
          </a:solidFill>
          <a:ln w="6350">
            <a:solidFill>
              <a:srgbClr val="2A3F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18211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⚙️  Un backend simple (FastAPI, Flask, Express)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5029200" cy="457200"/>
          </a:xfrm>
          <a:prstGeom prst="rect">
            <a:avLst/>
          </a:prstGeom>
          <a:solidFill>
            <a:srgbClr val="162050"/>
          </a:solidFill>
          <a:ln w="6350">
            <a:solidFill>
              <a:srgbClr val="2A3F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3075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☁️  Hosting gratuito (Railway, Render, Fly.io)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0" y="960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Ideas para aplicar en tu trabajo: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60720" y="1508760"/>
            <a:ext cx="3017520" cy="438912"/>
          </a:xfrm>
          <a:prstGeom prst="roundRect">
            <a:avLst>
              <a:gd name="adj" fmla="val 16667"/>
            </a:avLst>
          </a:prstGeom>
          <a:solidFill>
            <a:srgbClr val="1A3580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97880" y="1527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→  Agente de soporte interno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2057400"/>
            <a:ext cx="3017520" cy="438912"/>
          </a:xfrm>
          <a:prstGeom prst="roundRect">
            <a:avLst>
              <a:gd name="adj" fmla="val 16667"/>
            </a:avLst>
          </a:prstGeom>
          <a:solidFill>
            <a:srgbClr val="162050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2075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→  Asistente de onboarding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2606040"/>
            <a:ext cx="3017520" cy="438912"/>
          </a:xfrm>
          <a:prstGeom prst="roundRect">
            <a:avLst>
              <a:gd name="adj" fmla="val 16667"/>
            </a:avLst>
          </a:prstGeom>
          <a:solidFill>
            <a:srgbClr val="1A3580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97880" y="262432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→  Monitor de KPIs por Slack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60720" y="3154680"/>
            <a:ext cx="3017520" cy="438912"/>
          </a:xfrm>
          <a:prstGeom prst="roundRect">
            <a:avLst>
              <a:gd name="adj" fmla="val 16667"/>
            </a:avLst>
          </a:prstGeom>
          <a:solidFill>
            <a:srgbClr val="162050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317296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→  Automatización de reportes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60720" y="3703320"/>
            <a:ext cx="3017520" cy="438912"/>
          </a:xfrm>
          <a:prstGeom prst="roundRect">
            <a:avLst>
              <a:gd name="adj" fmla="val 16667"/>
            </a:avLst>
          </a:prstGeom>
          <a:solidFill>
            <a:srgbClr val="1A3580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97880" y="372160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→  Gestión de tickets por chat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¿Esto es un agente o un workflow?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40480" cy="4114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Workflow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3840480" cy="420624"/>
          </a:xfrm>
          <a:prstGeom prst="rect">
            <a:avLst/>
          </a:prstGeom>
          <a:solidFill>
            <a:srgbClr val="2A2A3A"/>
          </a:solidFill>
          <a:ln w="6350">
            <a:solidFill>
              <a:srgbClr val="3A3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</a:rPr>
              <a:t>— Pasos predefinidos en el codigo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65376"/>
            <a:ext cx="3840480" cy="420624"/>
          </a:xfrm>
          <a:prstGeom prst="rect">
            <a:avLst/>
          </a:prstGeom>
          <a:solidFill>
            <a:srgbClr val="222230"/>
          </a:solidFill>
          <a:ln w="6350">
            <a:solidFill>
              <a:srgbClr val="3A3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892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</a:rPr>
              <a:t>— if A, haz B, luego C, luego 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40864"/>
            <a:ext cx="3840480" cy="420624"/>
          </a:xfrm>
          <a:prstGeom prst="rect">
            <a:avLst/>
          </a:prstGeom>
          <a:solidFill>
            <a:srgbClr val="2A2A3A"/>
          </a:solidFill>
          <a:ln w="6350">
            <a:solidFill>
              <a:srgbClr val="3A3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682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</a:rPr>
              <a:t>— La logica vive en el programador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16352"/>
            <a:ext cx="3840480" cy="420624"/>
          </a:xfrm>
          <a:prstGeom prst="rect">
            <a:avLst/>
          </a:prstGeom>
          <a:solidFill>
            <a:srgbClr val="222230"/>
          </a:solidFill>
          <a:ln w="6350">
            <a:solidFill>
              <a:srgbClr val="3A3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437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</a:rPr>
              <a:t>— Rigido — solo hace lo programado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840480" cy="420624"/>
          </a:xfrm>
          <a:prstGeom prst="rect">
            <a:avLst/>
          </a:prstGeom>
          <a:solidFill>
            <a:srgbClr val="2A2A3A"/>
          </a:solidFill>
          <a:ln w="6350">
            <a:solidFill>
              <a:srgbClr val="3A3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319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</a:rPr>
              <a:t>— Ejemplo: IFTTT, Zapier, n8n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914400"/>
            <a:ext cx="3840480" cy="411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914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4B"/>
                </a:solidFill>
              </a:rPr>
              <a:t>Agente (este proyecto)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846320" y="1389888"/>
            <a:ext cx="3840480" cy="420624"/>
          </a:xfrm>
          <a:prstGeom prst="rect">
            <a:avLst/>
          </a:prstGeom>
          <a:solidFill>
            <a:srgbClr val="0D2540"/>
          </a:solidFill>
          <a:ln w="6350">
            <a:solidFill>
              <a:srgbClr val="1A3A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+ Percibe el contexto y razona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1865376"/>
            <a:ext cx="3840480" cy="420624"/>
          </a:xfrm>
          <a:prstGeom prst="rect">
            <a:avLst/>
          </a:prstGeom>
          <a:solidFill>
            <a:srgbClr val="0A1E35"/>
          </a:solidFill>
          <a:ln w="6350">
            <a:solidFill>
              <a:srgbClr val="1A3A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1892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+ Decide que herramienta usar y cuando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46320" y="2340864"/>
            <a:ext cx="3840480" cy="420624"/>
          </a:xfrm>
          <a:prstGeom prst="rect">
            <a:avLst/>
          </a:prstGeom>
          <a:solidFill>
            <a:srgbClr val="0D2540"/>
          </a:solidFill>
          <a:ln w="6350">
            <a:solidFill>
              <a:srgbClr val="1A3A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3682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+ La logica vive en el modelo de IA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2816352"/>
            <a:ext cx="3840480" cy="420624"/>
          </a:xfrm>
          <a:prstGeom prst="rect">
            <a:avLst/>
          </a:prstGeom>
          <a:solidFill>
            <a:srgbClr val="0A1E35"/>
          </a:solidFill>
          <a:ln w="6350">
            <a:solidFill>
              <a:srgbClr val="1A3A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28437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+ Flexible — maneja casos no previstos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291840"/>
            <a:ext cx="3840480" cy="420624"/>
          </a:xfrm>
          <a:prstGeom prst="rect">
            <a:avLst/>
          </a:prstGeom>
          <a:solidFill>
            <a:srgbClr val="0D2540"/>
          </a:solidFill>
          <a:ln w="6350">
            <a:solidFill>
              <a:srgbClr val="1A3A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319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+ Ejemplo: este proyecto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8229600" cy="1051560"/>
          </a:xfrm>
          <a:prstGeom prst="rect">
            <a:avLst/>
          </a:prstGeom>
          <a:solidFill>
            <a:srgbClr val="0A1E35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950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C3F7"/>
                </a:solidFill>
              </a:rPr>
              <a:t>Ejemplo real: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22452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Cuando dices 'gaste $25.000 en el bus', Claude decide solo llamar registrar_gasto_efectivo() con categoria Transporte. Nadie programo esa asociacion — el agente razono el contexto y eligio la herramienta correcta.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hace cada archivo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402336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30352" y="8961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Recibe mensajes de WhatsApp. Detecta audio o texto. Transcribe con Gemini si es audio. Devuelve respuesta a Twilio.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822960"/>
            <a:ext cx="402336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4FC3F7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0" y="896112"/>
            <a:ext cx="1005840" cy="256032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0" y="8961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4B"/>
                </a:solidFill>
              </a:rPr>
              <a:t>USA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919472" y="8961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19472" y="1225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El cerebro. Define herramientas y reglas para Claude. Ejecuta el agentic loop: Claude razona, elige herramientas, recibe resultados y responde.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212848"/>
            <a:ext cx="402336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notion_db.py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615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Lee y escribe en las 5 tablas de Notion. Calcula fechas de pago por tarjeta. Capa de datos pura sin IA.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212848"/>
            <a:ext cx="402336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4FC3F7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89520" y="2286000"/>
            <a:ext cx="1005840" cy="256032"/>
          </a:xfrm>
          <a:prstGeom prst="roundRect">
            <a:avLst>
              <a:gd name="adj" fmla="val 21429"/>
            </a:avLst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22860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4B"/>
                </a:solidFill>
              </a:rPr>
              <a:t>USA 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19472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gmail_monitor.py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19472" y="2615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Busca facturas en Gmail. Extrae monto y fecha con regex. Usa Gemini si la factura es imagen o PDF sin texto legible.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602736"/>
            <a:ext cx="402336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3675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scheduler.py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0352" y="4005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Corre a las 8am via GitHub Actions. Revisa deudas, presupuesto y facturas. Envia alertas por WhatsApp si hay algo relevante.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602736"/>
            <a:ext cx="402336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19472" y="3675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scheduler.yml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19472" y="4005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Define el cron job en GitHub. Reconstruye credenciales de Gmail. Corre en servidores de GitHub sin depender del PC.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interviene la 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solidFill>
            <a:srgbClr val="162050"/>
          </a:solidFill>
          <a:ln w="6350">
            <a:solidFill>
              <a:srgbClr val="2A3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8229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PROCESO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46120" y="8229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MODELO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49240" y="8229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QUE HACE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594360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54864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30759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Interpretar mensajes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362456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7C3AED">
              <a:alpha val="7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13624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Claude Sonnet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349240" y="1307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Lee el mensaje, entiende la intencion, decide que herramienta usar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8229600" cy="594360"/>
          </a:xfrm>
          <a:prstGeom prst="rect">
            <a:avLst/>
          </a:prstGeom>
          <a:solidFill>
            <a:srgbClr val="0A1530"/>
          </a:solidFill>
          <a:ln w="6350">
            <a:solidFill>
              <a:srgbClr val="1A2A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920240"/>
            <a:ext cx="54864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199339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Registrar gastos y compras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2048256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7C3AED">
              <a:alpha val="7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46120" y="20482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Claude Sonnet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9240" y="19933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Infiere categoria, monto, tarjeta y fecha del lenguaje natural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606040"/>
            <a:ext cx="8229600" cy="594360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06040"/>
            <a:ext cx="54864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67919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Consultar y resumir datos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46120" y="2734056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7C3AED">
              <a:alpha val="70000"/>
            </a:srgbClr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46120" y="27340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Claude Sonnet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49240" y="26791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Traduce datos crudos de Notion en respuestas conversacionales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291840"/>
            <a:ext cx="8229600" cy="594360"/>
          </a:xfrm>
          <a:prstGeom prst="rect">
            <a:avLst/>
          </a:prstGeom>
          <a:solidFill>
            <a:srgbClr val="0A1530"/>
          </a:solidFill>
          <a:ln w="6350">
            <a:solidFill>
              <a:srgbClr val="1A2A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91840"/>
            <a:ext cx="54864" cy="59436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36499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Transcribir audios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46120" y="3419856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4285F4">
              <a:alpha val="70000"/>
            </a:srgbClr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46120" y="3419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Gemini 2.0 Flash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49240" y="33649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Convierte mensajes de voz a texto antes de pasarlos a Claude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977640"/>
            <a:ext cx="8229600" cy="594360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977640"/>
            <a:ext cx="54864" cy="59436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05079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Leer facturas imagen/PDF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46120" y="4105656"/>
            <a:ext cx="1828800" cy="292608"/>
          </a:xfrm>
          <a:prstGeom prst="roundRect">
            <a:avLst>
              <a:gd name="adj" fmla="val 18750"/>
            </a:avLst>
          </a:prstGeom>
          <a:solidFill>
            <a:srgbClr val="4285F4">
              <a:alpha val="70000"/>
            </a:srgbClr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46120" y="41056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Gemini 2.0 Flash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49240" y="4050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Extrae monto y fecha de facturas sin texto legible directamente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El resto del sistema (scheduler, alertas, datos) corre sin IA — solo Python puro.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del sistema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40233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046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Mensaje por WhatsApp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316736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3167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Usuario manda texto o audio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" y="1810512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Twilio recibe y envia al webhook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231136"/>
            <a:ext cx="4023360" cy="420624"/>
          </a:xfrm>
          <a:prstGeom prst="rect">
            <a:avLst/>
          </a:prstGeom>
          <a:solidFill>
            <a:srgbClr val="EEF6FF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" y="2304288"/>
            <a:ext cx="274320" cy="27432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04672" y="2304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Gemini transcribe (si es audio)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4023360" cy="420624"/>
          </a:xfrm>
          <a:prstGeom prst="rect">
            <a:avLst/>
          </a:prstGeom>
          <a:solidFill>
            <a:srgbClr val="EEF6FF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" y="2798064"/>
            <a:ext cx="274320" cy="27432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27980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Claude razona y elige herramienta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218688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" y="3291840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Notion se consulta o actualiza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712464"/>
            <a:ext cx="4023360" cy="420624"/>
          </a:xfrm>
          <a:prstGeom prst="rect">
            <a:avLst/>
          </a:prstGeom>
          <a:solidFill>
            <a:srgbClr val="EEF6FF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" y="3785616"/>
            <a:ext cx="274320" cy="27432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3785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4672" y="37856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Claude formula la respuesta final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206240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8912" y="4279392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4279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04672" y="4279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Usuario recibe respuesta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54880" y="804672"/>
            <a:ext cx="40233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8046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Alertas automaticas (8am)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754880" y="1243584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28032" y="1316736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28032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193792" y="13167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GitHub Actions activa el cron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54880" y="1737360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28032" y="1810512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8032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193792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Revisa deudas a 7 y 3 dias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54880" y="2231136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28032" y="2304288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93792" y="2304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Lee alerta de presupuesto en Notion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754880" y="2724912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28032" y="2798064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28032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193792" y="27980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Busca facturas nuevas en Gmail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754880" y="3218688"/>
            <a:ext cx="4023360" cy="420624"/>
          </a:xfrm>
          <a:prstGeom prst="rect">
            <a:avLst/>
          </a:prstGeom>
          <a:solidFill>
            <a:srgbClr val="F0F0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28032" y="3291840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28032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193792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Gemini lee facturas en imagen/PDF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754880" y="3712464"/>
            <a:ext cx="4023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28032" y="3785616"/>
            <a:ext cx="274320" cy="2743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28032" y="3785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193792" y="37856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Twilio envia alertas relevantes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365760" y="4736592"/>
            <a:ext cx="164592" cy="16459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" y="47365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Paso con IA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560320" y="4736592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88920" y="47365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Paso sin IA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91440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 w="12700">
            <a:solidFill>
              <a:srgbClr val="1E2761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828800"/>
            <a:ext cx="4572000" cy="4572000"/>
          </a:xfrm>
          <a:prstGeom prst="ellipse">
            <a:avLst/>
          </a:prstGeom>
          <a:solidFill>
            <a:srgbClr val="1A3080">
              <a:alpha val="50000"/>
            </a:srgbClr>
          </a:solidFill>
          <a:ln w="12700">
            <a:solidFill>
              <a:srgbClr val="1A3080">
                <a:alpha val="5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no reemplaza tu criterio,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 tu capacidad de actuar.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agente no toma decisiones financieras por mí.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da la información correcta en el momento correcto para que yo decida mejor.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657600"/>
            <a:ext cx="1645920" cy="1097280"/>
          </a:xfrm>
          <a:prstGeom prst="rect">
            <a:avLst/>
          </a:prstGeom>
          <a:solidFill>
            <a:srgbClr val="162050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03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FC3F7"/>
                </a:solidFill>
              </a:rPr>
              <a:t>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tablas 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Notion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80360" y="3657600"/>
            <a:ext cx="1645920" cy="1097280"/>
          </a:xfrm>
          <a:prstGeom prst="rect">
            <a:avLst/>
          </a:prstGeom>
          <a:solidFill>
            <a:srgbClr val="162050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80360" y="3703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FC3F7"/>
                </a:solidFill>
              </a:rPr>
              <a:t>7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88036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herramientas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del agente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3657600"/>
            <a:ext cx="1645920" cy="1097280"/>
          </a:xfrm>
          <a:prstGeom prst="rect">
            <a:avLst/>
          </a:prstGeom>
          <a:solidFill>
            <a:srgbClr val="162050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703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FC3F7"/>
                </a:solidFill>
              </a:rPr>
              <a:t>24/7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84632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disponible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en la nube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3657600"/>
            <a:ext cx="1645920" cy="1097280"/>
          </a:xfrm>
          <a:prstGeom prst="rect">
            <a:avLst/>
          </a:prstGeom>
          <a:solidFill>
            <a:srgbClr val="162050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3703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FC3F7"/>
                </a:solidFill>
              </a:rPr>
              <a:t>~$3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1228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USD 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mes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40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¿Preguntas?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Financiero Personal con IA</dc:title>
  <dc:subject>PptxGenJS Presentation</dc:subject>
  <dc:creator>PptxGenJS</dc:creator>
  <cp:lastModifiedBy>PptxGenJS</cp:lastModifiedBy>
  <cp:revision>1</cp:revision>
  <dcterms:created xsi:type="dcterms:W3CDTF">2026-05-06T18:33:56Z</dcterms:created>
  <dcterms:modified xsi:type="dcterms:W3CDTF">2026-05-06T18:33:56Z</dcterms:modified>
</cp:coreProperties>
</file>
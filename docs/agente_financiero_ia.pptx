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7" r:id="rId8"/>
    <p:sldId id="266" r:id="rId9"/>
    <p:sldId id="268" r:id="rId10"/>
    <p:sldId id="262" r:id="rId11"/>
    <p:sldId id="263" r:id="rId12"/>
    <p:sldId id="264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halia Castiblanco" userId="abed44c472e9d689" providerId="LiveId" clId="{8ADBB9E4-6465-4D09-A006-5A5FA312BE2C}"/>
    <pc:docChg chg="undo custSel delSld modSld sldOrd">
      <pc:chgData name="Nathalia Castiblanco" userId="abed44c472e9d689" providerId="LiveId" clId="{8ADBB9E4-6465-4D09-A006-5A5FA312BE2C}" dt="2026-05-07T17:06:46.194" v="31" actId="122"/>
      <pc:docMkLst>
        <pc:docMk/>
      </pc:docMkLst>
      <pc:sldChg chg="modSp mod">
        <pc:chgData name="Nathalia Castiblanco" userId="abed44c472e9d689" providerId="LiveId" clId="{8ADBB9E4-6465-4D09-A006-5A5FA312BE2C}" dt="2026-05-07T17:06:46.194" v="31" actId="122"/>
        <pc:sldMkLst>
          <pc:docMk/>
          <pc:sldMk cId="0" sldId="258"/>
        </pc:sldMkLst>
        <pc:spChg chg="mod">
          <ac:chgData name="Nathalia Castiblanco" userId="abed44c472e9d689" providerId="LiveId" clId="{8ADBB9E4-6465-4D09-A006-5A5FA312BE2C}" dt="2026-05-07T17:06:46.194" v="31" actId="122"/>
          <ac:spMkLst>
            <pc:docMk/>
            <pc:sldMk cId="0" sldId="258"/>
            <ac:spMk id="2" creationId="{00000000-0000-0000-0000-000000000000}"/>
          </ac:spMkLst>
        </pc:spChg>
        <pc:spChg chg="mod">
          <ac:chgData name="Nathalia Castiblanco" userId="abed44c472e9d689" providerId="LiveId" clId="{8ADBB9E4-6465-4D09-A006-5A5FA312BE2C}" dt="2026-05-07T17:05:27.249" v="24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Nathalia Castiblanco" userId="abed44c472e9d689" providerId="LiveId" clId="{8ADBB9E4-6465-4D09-A006-5A5FA312BE2C}" dt="2026-05-07T17:05:56.301" v="27" actId="14100"/>
          <ac:spMkLst>
            <pc:docMk/>
            <pc:sldMk cId="0" sldId="258"/>
            <ac:spMk id="15" creationId="{00000000-0000-0000-0000-000000000000}"/>
          </ac:spMkLst>
        </pc:spChg>
        <pc:spChg chg="mod">
          <ac:chgData name="Nathalia Castiblanco" userId="abed44c472e9d689" providerId="LiveId" clId="{8ADBB9E4-6465-4D09-A006-5A5FA312BE2C}" dt="2026-05-07T17:05:34.986" v="26" actId="14100"/>
          <ac:spMkLst>
            <pc:docMk/>
            <pc:sldMk cId="0" sldId="258"/>
            <ac:spMk id="16" creationId="{00000000-0000-0000-0000-000000000000}"/>
          </ac:spMkLst>
        </pc:spChg>
        <pc:spChg chg="mod">
          <ac:chgData name="Nathalia Castiblanco" userId="abed44c472e9d689" providerId="LiveId" clId="{8ADBB9E4-6465-4D09-A006-5A5FA312BE2C}" dt="2026-05-07T17:06:16.096" v="30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Nathalia Castiblanco" userId="abed44c472e9d689" providerId="LiveId" clId="{8ADBB9E4-6465-4D09-A006-5A5FA312BE2C}" dt="2026-05-07T17:05:32.157" v="25" actId="14100"/>
          <ac:spMkLst>
            <pc:docMk/>
            <pc:sldMk cId="0" sldId="258"/>
            <ac:spMk id="18" creationId="{00000000-0000-0000-0000-000000000000}"/>
          </ac:spMkLst>
        </pc:spChg>
      </pc:sldChg>
      <pc:sldChg chg="del">
        <pc:chgData name="Nathalia Castiblanco" userId="abed44c472e9d689" providerId="LiveId" clId="{8ADBB9E4-6465-4D09-A006-5A5FA312BE2C}" dt="2026-05-06T21:58:13.326" v="16" actId="2696"/>
        <pc:sldMkLst>
          <pc:docMk/>
          <pc:sldMk cId="0" sldId="261"/>
        </pc:sldMkLst>
      </pc:sldChg>
      <pc:sldChg chg="ord">
        <pc:chgData name="Nathalia Castiblanco" userId="abed44c472e9d689" providerId="LiveId" clId="{8ADBB9E4-6465-4D09-A006-5A5FA312BE2C}" dt="2026-05-06T21:58:01.873" v="13"/>
        <pc:sldMkLst>
          <pc:docMk/>
          <pc:sldMk cId="0" sldId="262"/>
        </pc:sldMkLst>
      </pc:sldChg>
      <pc:sldChg chg="ord">
        <pc:chgData name="Nathalia Castiblanco" userId="abed44c472e9d689" providerId="LiveId" clId="{8ADBB9E4-6465-4D09-A006-5A5FA312BE2C}" dt="2026-05-06T21:58:04.612" v="15"/>
        <pc:sldMkLst>
          <pc:docMk/>
          <pc:sldMk cId="0" sldId="263"/>
        </pc:sldMkLst>
      </pc:sldChg>
      <pc:sldChg chg="ord">
        <pc:chgData name="Nathalia Castiblanco" userId="abed44c472e9d689" providerId="LiveId" clId="{8ADBB9E4-6465-4D09-A006-5A5FA312BE2C}" dt="2026-05-06T21:57:01.723" v="1"/>
        <pc:sldMkLst>
          <pc:docMk/>
          <pc:sldMk cId="0" sldId="264"/>
        </pc:sldMkLst>
      </pc:sldChg>
      <pc:sldChg chg="ord">
        <pc:chgData name="Nathalia Castiblanco" userId="abed44c472e9d689" providerId="LiveId" clId="{8ADBB9E4-6465-4D09-A006-5A5FA312BE2C}" dt="2026-05-06T21:57:24.746" v="3"/>
        <pc:sldMkLst>
          <pc:docMk/>
          <pc:sldMk cId="0" sldId="265"/>
        </pc:sldMkLst>
      </pc:sldChg>
      <pc:sldChg chg="ord">
        <pc:chgData name="Nathalia Castiblanco" userId="abed44c472e9d689" providerId="LiveId" clId="{8ADBB9E4-6465-4D09-A006-5A5FA312BE2C}" dt="2026-05-06T21:57:30.888" v="5"/>
        <pc:sldMkLst>
          <pc:docMk/>
          <pc:sldMk cId="0" sldId="266"/>
        </pc:sldMkLst>
      </pc:sldChg>
      <pc:sldChg chg="ord">
        <pc:chgData name="Nathalia Castiblanco" userId="abed44c472e9d689" providerId="LiveId" clId="{8ADBB9E4-6465-4D09-A006-5A5FA312BE2C}" dt="2026-05-06T21:57:38.318" v="7"/>
        <pc:sldMkLst>
          <pc:docMk/>
          <pc:sldMk cId="0" sldId="267"/>
        </pc:sldMkLst>
      </pc:sldChg>
      <pc:sldChg chg="ord">
        <pc:chgData name="Nathalia Castiblanco" userId="abed44c472e9d689" providerId="LiveId" clId="{8ADBB9E4-6465-4D09-A006-5A5FA312BE2C}" dt="2026-05-06T21:57:55.349" v="11"/>
        <pc:sldMkLst>
          <pc:docMk/>
          <pc:sldMk cId="0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306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A3080">
              <a:alpha val="50000"/>
            </a:srgbClr>
          </a:solidFill>
          <a:ln w="12700">
            <a:solidFill>
              <a:srgbClr val="1A30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4FC3F7">
              <a:alpha val="80000"/>
            </a:srgbClr>
          </a:solidFill>
          <a:ln w="12700">
            <a:solidFill>
              <a:srgbClr val="4FC3F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SEMINARIO IA APLICADA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Financiero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con IA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construí un asistente que maneja mis finanzas,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avisa de pagos y responde por WhatsApp — 24/7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Nathalia Castiblanco  •  Mayo 2026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 construí?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Muchas tablas, poco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Tenía datos en Notion pero sin visibilidad en tiempo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Pagos olvidados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60020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Deudas con fecha de vencimiento que se me pasaban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💸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Gastos sin registrar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Compras esporádicas que nunca llegaban al presupuesto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78892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9204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📧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Facturas del hogar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32918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Correos de luz, agua, gas e internet sin procesar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un agente que conecta 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474720" y="1645920"/>
            <a:ext cx="2194560" cy="137160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474720" y="16459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</a:rPr>
              <a:t>Agente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D1B4B"/>
                </a:solidFill>
              </a:rPr>
              <a:t>Claude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WhatsApp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(Twilio)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30175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(5 tablas)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75120" y="82296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675120" y="822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Gmail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(Facturas)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301752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0" y="3017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Actions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41148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474720" y="4114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Railway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(24/7)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86000" y="1234439"/>
            <a:ext cx="1280160" cy="749101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 flipV="1">
            <a:off x="2286000" y="2658794"/>
            <a:ext cx="1280151" cy="404446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 flipV="1">
            <a:off x="5486400" y="1301262"/>
            <a:ext cx="1188720" cy="682278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577840" y="2658794"/>
            <a:ext cx="1188720" cy="404446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572000" y="3063240"/>
            <a:ext cx="0" cy="105156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Claude Sonnet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Cerebro del agente — razona y decide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54864" cy="685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937760" y="10241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Notion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Base de datos de finanzas — 5 tablas conectadas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54864" cy="685800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Twilio + WhatsApp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Canal de comunicación bidireccional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965960"/>
            <a:ext cx="54864" cy="68580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937760" y="1984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FastAPI + Python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3134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Servidor backend que orquesta todo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54864" cy="68580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4008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Gmail API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Lectura de facturas del hogar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54864" cy="685800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37760" y="29443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GitHub Actions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Alertas automáticas diarias a las 8am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54864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4008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Railway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Hosting 24/7 en la nube — tier gratuito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54864" cy="68580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4937760" y="39044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Gemini (opcional)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2336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Transcripción de audios de WhatsApp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hacer?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✍️  Tú le escribes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"Gasté $25.000 en el bus"  →  Registra en Notion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07568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"¿Cuánto me queda de presupuesto?"  →  Consulta y responde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38404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"Compré zapatos con Rappi a 3 cuotas"  →  Registra en Deudas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954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4360" y="32369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"¿Cuánto debo en Gold?"  →  Muestra saldo y cupo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384048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"¿Qué pagos se vienen?"  →  Lista deudas próximas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4B"/>
                </a:solidFill>
              </a:rPr>
              <a:t>🔔  Alertas automáticas (8am)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508760"/>
            <a:ext cx="3840480" cy="475488"/>
          </a:xfrm>
          <a:prstGeom prst="rect">
            <a:avLst/>
          </a:prstGeom>
          <a:solidFill>
            <a:srgbClr val="F0FF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83480" y="153619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📅  Deuda vence en 7 días → aviso anticipado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207568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983480" y="210312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📅  Deuda vence en 3 días → recordatorio urgente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642616"/>
            <a:ext cx="3840480" cy="475488"/>
          </a:xfrm>
          <a:prstGeom prst="rect">
            <a:avLst/>
          </a:prstGeom>
          <a:solidFill>
            <a:srgbClr val="F0FF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983480" y="267004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💰  Presupuesto al 80% → alerta preventiva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20954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983480" y="323697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🚨  Presupuesto excedido → alerta inmediata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776472"/>
            <a:ext cx="3840480" cy="475488"/>
          </a:xfrm>
          <a:prstGeom prst="rect">
            <a:avLst/>
          </a:prstGeom>
          <a:solidFill>
            <a:srgbClr val="F0FF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83480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🏠  Nueva factura de servicios → monto y fecha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¿Esto es un agente o un workflow?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Workflow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3840480" cy="420624"/>
          </a:xfrm>
          <a:prstGeom prst="rect">
            <a:avLst/>
          </a:prstGeom>
          <a:solidFill>
            <a:srgbClr val="2A2A3A"/>
          </a:solidFill>
          <a:ln w="635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— Pasos predefinidos en el codigo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65376"/>
            <a:ext cx="3840480" cy="420624"/>
          </a:xfrm>
          <a:prstGeom prst="rect">
            <a:avLst/>
          </a:prstGeom>
          <a:solidFill>
            <a:srgbClr val="222230"/>
          </a:solidFill>
          <a:ln w="635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— if A, haz B, luego C, luego 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40864"/>
            <a:ext cx="3840480" cy="420624"/>
          </a:xfrm>
          <a:prstGeom prst="rect">
            <a:avLst/>
          </a:prstGeom>
          <a:solidFill>
            <a:srgbClr val="2A2A3A"/>
          </a:solidFill>
          <a:ln w="635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94360" y="2368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— La logica vive en el programador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3840480" cy="420624"/>
          </a:xfrm>
          <a:prstGeom prst="rect">
            <a:avLst/>
          </a:prstGeom>
          <a:solidFill>
            <a:srgbClr val="222230"/>
          </a:solidFill>
          <a:ln w="635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94360" y="2843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— Rigido — solo hace lo programado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3840480" cy="420624"/>
          </a:xfrm>
          <a:prstGeom prst="rect">
            <a:avLst/>
          </a:prstGeom>
          <a:solidFill>
            <a:srgbClr val="2A2A3A"/>
          </a:solidFill>
          <a:ln w="6350">
            <a:solidFill>
              <a:srgbClr val="3A3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9436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CC"/>
                </a:solidFill>
              </a:rPr>
              <a:t>— Ejemplo: IFTTT, Zapier, n8n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4B"/>
                </a:solidFill>
              </a:rPr>
              <a:t>Agente (este proyecto)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46320" y="1389888"/>
            <a:ext cx="3840480" cy="420624"/>
          </a:xfrm>
          <a:prstGeom prst="rect">
            <a:avLst/>
          </a:prstGeom>
          <a:solidFill>
            <a:srgbClr val="0D2540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9834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+ Percibe el contexto y razona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1865376"/>
            <a:ext cx="3840480" cy="420624"/>
          </a:xfrm>
          <a:prstGeom prst="rect">
            <a:avLst/>
          </a:prstGeom>
          <a:solidFill>
            <a:srgbClr val="0A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983480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+ Decide que herramienta usar y cuando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2340864"/>
            <a:ext cx="3840480" cy="420624"/>
          </a:xfrm>
          <a:prstGeom prst="rect">
            <a:avLst/>
          </a:prstGeom>
          <a:solidFill>
            <a:srgbClr val="0D2540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983480" y="236829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+ La logica vive en el modelo de IA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816352"/>
            <a:ext cx="3840480" cy="420624"/>
          </a:xfrm>
          <a:prstGeom prst="rect">
            <a:avLst/>
          </a:prstGeom>
          <a:solidFill>
            <a:srgbClr val="0A1E35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983480" y="284378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+ Flexible — maneja casos no previstos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3291840"/>
            <a:ext cx="3840480" cy="420624"/>
          </a:xfrm>
          <a:prstGeom prst="rect">
            <a:avLst/>
          </a:prstGeom>
          <a:solidFill>
            <a:srgbClr val="0D2540"/>
          </a:solidFill>
          <a:ln w="635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4983480" y="33192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+ Ejemplo: este proyecto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886200"/>
            <a:ext cx="8229600" cy="1051560"/>
          </a:xfrm>
          <a:prstGeom prst="rect">
            <a:avLst/>
          </a:prstGeom>
          <a:solidFill>
            <a:srgbClr val="0A1E35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85800" y="3950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C3F7"/>
                </a:solidFill>
              </a:rPr>
              <a:t>Ejemplo real: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42245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Cuando dices 'gaste $25.000 en el bus', Claude decide solo llamar registrar_gasto_efectivo() con categoria Transporte. Nadie programo esa asociacion — el agente razono el contexto y eligio la herramienta correcta.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interviene la 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solidFill>
            <a:srgbClr val="162050"/>
          </a:solidFill>
          <a:ln w="6350">
            <a:solidFill>
              <a:srgbClr val="2A3A6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94360" y="822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PROCESO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46120" y="8229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MODELO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49240" y="8229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QUE HACE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94360" y="13075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Interpretar mensajes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6245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46120" y="13624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 Sonnet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3075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Lee el mensaje, entiende la intencion, decide que herramienta usar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20240"/>
            <a:ext cx="8229600" cy="594360"/>
          </a:xfrm>
          <a:prstGeom prst="rect">
            <a:avLst/>
          </a:prstGeom>
          <a:solidFill>
            <a:srgbClr val="0A1530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57200" y="192024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94360" y="19933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Registrar gastos y compras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04825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46120" y="20482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 Sonnet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19933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Infiere categoria, monto, tarjeta y fecha del lenguaje natural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57200" y="2606040"/>
            <a:ext cx="54864" cy="594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94360" y="26791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Consultar y resumir datos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46120" y="273405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7C3AED">
              <a:alpha val="70000"/>
            </a:srgbClr>
          </a:solidFill>
          <a:ln w="63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246120" y="2734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Claude Sonnet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6791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Traduce datos crudos de Notion en respuestas conversacionales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solidFill>
            <a:srgbClr val="0A1530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57200" y="3291840"/>
            <a:ext cx="54864" cy="594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94360" y="33649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Transcribir audios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46120" y="341985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285F4">
              <a:alpha val="70000"/>
            </a:srgbClr>
          </a:solidFill>
          <a:ln w="635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246120" y="34198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2.0 Flash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33649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Convierte mensajes de voz a texto antes de pasarlos a Claude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solidFill>
            <a:srgbClr val="0D1B3E"/>
          </a:solidFill>
          <a:ln w="6350">
            <a:solidFill>
              <a:srgbClr val="1A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54864" cy="5943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594360" y="405079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Leer facturas imagen/PDF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46120" y="4105656"/>
            <a:ext cx="1828800" cy="292608"/>
          </a:xfrm>
          <a:prstGeom prst="roundRect">
            <a:avLst>
              <a:gd name="adj" fmla="val 18750"/>
            </a:avLst>
          </a:prstGeom>
          <a:solidFill>
            <a:srgbClr val="4285F4">
              <a:alpha val="70000"/>
            </a:srgbClr>
          </a:solidFill>
          <a:ln w="6350">
            <a:solidFill>
              <a:srgbClr val="4285F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246120" y="4105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2.0 Flash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4050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Extrae monto y fecha de facturas sin texto legible directamente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El resto del sistema (scheduler, alertas, datos) corre sin IA — solo Python puro.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 cada archivo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4023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30352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30352" y="12252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Recibe mensajes de WhatsApp. Detecta audio o texto. Transcribe con Gemini si es audio. Devuelve respuesta a Twilio.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402336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7589520" y="89611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58952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</a:rPr>
              <a:t>USA 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19472" y="8961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9472" y="1225296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El cerebro. Define herramientas y reglas para Claude. Ejecuta el agentic loop: Claude razona, elige herramientas, recibe resultados y responde.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12848"/>
            <a:ext cx="4023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530352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notion_db.py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" y="2615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Lee y escribe en las 5 tablas de Notion. Calcula fechas de pago por tarjeta. Capa de datos pura sin IA.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212848"/>
            <a:ext cx="4023360" cy="126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589520" y="2286000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58952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4B"/>
                </a:solidFill>
              </a:rPr>
              <a:t>USA IA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gmail_monitor.py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9472" y="2615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Busca facturas en Gmail. Extrae monto y fecha con regex. Usa Gemini si la factura es imagen o PDF sin texto legible.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02736"/>
            <a:ext cx="4023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30352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scheduler.py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Corre a las 8am via GitHub Actions. Revisa deudas, presupuesto y facturas. Envia alertas por WhatsApp si hay algo relevante.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602736"/>
            <a:ext cx="402336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19472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scheduler.yml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400507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Define el cron job en GitHub. Reconstruye credenciales de Gmail. Corre en servidores de GitHub sin depender del PC.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Mensaje por WhatsApp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43584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38912" y="131673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3891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04672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Usuario manda texto o audio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737360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38912" y="18105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38912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Twilio recibe y envia al webhook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31136"/>
            <a:ext cx="4023360" cy="420624"/>
          </a:xfrm>
          <a:prstGeom prst="rect">
            <a:avLst/>
          </a:prstGeom>
          <a:solidFill>
            <a:srgbClr val="EEF6F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438912" y="2304288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43891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4672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Gemini transcribe (si es audio)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420624"/>
          </a:xfrm>
          <a:prstGeom prst="rect">
            <a:avLst/>
          </a:prstGeom>
          <a:solidFill>
            <a:srgbClr val="EEF6F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438912" y="2798064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3891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Claude razona y elige herramienta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218688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38912" y="329184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3891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Notion se consulta o actualiza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712464"/>
            <a:ext cx="4023360" cy="420624"/>
          </a:xfrm>
          <a:prstGeom prst="rect">
            <a:avLst/>
          </a:prstGeom>
          <a:solidFill>
            <a:srgbClr val="EEF6FF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438912" y="3785616"/>
            <a:ext cx="274320" cy="2743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3891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4672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Claude formula la respuesta final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06240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38912" y="427939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38912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04672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Usuario recibe respuesta WhatsApp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804672"/>
            <a:ext cx="40233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475488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Alertas automaticas (8am)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1243584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4828032" y="131673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4828032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93792" y="13167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GitHub Actions activa el cron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1737360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4828032" y="18105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4828032" y="1810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93792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Revisa deudas a 7 y 3 dias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54880" y="2231136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4" name="Shape 42"/>
          <p:cNvSpPr/>
          <p:nvPr/>
        </p:nvSpPr>
        <p:spPr>
          <a:xfrm>
            <a:off x="4828032" y="230428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4828032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Lee alerta de presupuesto en Notion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54880" y="2724912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Shape 46"/>
          <p:cNvSpPr/>
          <p:nvPr/>
        </p:nvSpPr>
        <p:spPr>
          <a:xfrm>
            <a:off x="4828032" y="279806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4828032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193792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Busca facturas nuevas en Gmail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754880" y="3218688"/>
            <a:ext cx="4023360" cy="420624"/>
          </a:xfrm>
          <a:prstGeom prst="rect">
            <a:avLst/>
          </a:prstGeom>
          <a:solidFill>
            <a:srgbClr val="F0F0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50"/>
          <p:cNvSpPr/>
          <p:nvPr/>
        </p:nvSpPr>
        <p:spPr>
          <a:xfrm>
            <a:off x="4828032" y="3291840"/>
            <a:ext cx="274320" cy="2743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828032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193792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Gemini lee facturas en imagen/PDF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754880" y="3712464"/>
            <a:ext cx="402336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Shape 54"/>
          <p:cNvSpPr/>
          <p:nvPr/>
        </p:nvSpPr>
        <p:spPr>
          <a:xfrm>
            <a:off x="4828032" y="378561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4828032" y="37856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193792" y="3785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Twilio envia alertas relevantes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65760" y="4736592"/>
            <a:ext cx="164592" cy="1645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0" name="Text 58"/>
          <p:cNvSpPr/>
          <p:nvPr/>
        </p:nvSpPr>
        <p:spPr>
          <a:xfrm>
            <a:off x="594360" y="4736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Paso con IA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560320" y="4736592"/>
            <a:ext cx="164592" cy="1645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2" name="Text 60"/>
          <p:cNvSpPr/>
          <p:nvPr/>
        </p:nvSpPr>
        <p:spPr>
          <a:xfrm>
            <a:off x="2788920" y="4736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Paso sin IA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técnicas clave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1600200"/>
          </a:xfrm>
          <a:prstGeom prst="rect">
            <a:avLst/>
          </a:prstGeom>
          <a:solidFill>
            <a:srgbClr val="162050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 Use de Claude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El agente decide qué herramientas usar — no hay lógica if/else. Claude razona cuándo consultar Notion, cuándo registrar y cuándo solo responder.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931920" cy="1600200"/>
          </a:xfrm>
          <a:prstGeom prst="rect">
            <a:avLst/>
          </a:prstGeom>
          <a:solidFill>
            <a:srgbClr val="162050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983480" y="11887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Solo lectura en 4 tablas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El agente solo escribe en Gastos esporádicos y Deudas Personal. Las demás tablas son de solo lectura para proteger datos existentes.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600200"/>
          </a:xfrm>
          <a:prstGeom prst="rect">
            <a:avLst/>
          </a:prstGeom>
          <a:solidFill>
            <a:srgbClr val="162050"/>
          </a:solidFill>
          <a:ln w="254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3931920" cy="54864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9436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GitHub Actions como scheduler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Las alertas automáticas corren en la nube sin depender del PC. 60 minutos/mes de los 2000 gratuitos — costo cero.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931920" cy="1600200"/>
          </a:xfrm>
          <a:prstGeom prst="rect">
            <a:avLst/>
          </a:prstGeom>
          <a:solidFill>
            <a:srgbClr val="162050"/>
          </a:solidFill>
          <a:ln w="254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3931920" cy="54864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98348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Cola de Twilio + Railway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El servidor en Railway corre 24/7. Si hay downtime, Twilio guarda los mensajes y los reintenta. No se pierde ninguna interacción.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cuesta?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</a:rPr>
              <a:t>Costo mensual estimado para uso personal (~30 mensajes/día)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822960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685800" y="110642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Claude API (Anthropic)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33502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$3/1M tokens entrada · $15/1M salida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0" y="11338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97316"/>
                </a:solidFill>
              </a:rPr>
              <a:t>~$2–4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54864" cy="4754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5800" y="16733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Twilio WhatsApp Sandbox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90195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Solo tú lo usas · número compartido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70078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</a:rPr>
              <a:t>$0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822960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54864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22402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Notion 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Lectura y escritura ilimitada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32320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</a:rPr>
              <a:t>$0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457200" y="2779776"/>
            <a:ext cx="54864" cy="475488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85800" y="28072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Gmail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03580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Lectura de correos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834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</a:rPr>
              <a:t>$0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346704"/>
            <a:ext cx="8229600" cy="475488"/>
          </a:xfrm>
          <a:prstGeom prst="rect">
            <a:avLst/>
          </a:prstGeom>
          <a:solidFill>
            <a:srgbClr val="F8FA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457200" y="3346704"/>
            <a:ext cx="54864" cy="475488"/>
          </a:xfrm>
          <a:prstGeom prst="rect">
            <a:avLst/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85800" y="33741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GitHub Actions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360273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2.000 min/mes gratis · usas ~60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32320" y="34015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</a:rPr>
              <a:t>$0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913632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Shape 28"/>
          <p:cNvSpPr/>
          <p:nvPr/>
        </p:nvSpPr>
        <p:spPr>
          <a:xfrm>
            <a:off x="457200" y="3913632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685800" y="39410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Railway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416966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$5 USD créditos gratuitos/mes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39684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</a:rPr>
              <a:t>$0*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85800" y="4572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MENSUAL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943600" y="4572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4FC3F7"/>
                </a:solidFill>
              </a:rPr>
              <a:t>~$2–4 USD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¿Tú puedes construir algo así?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FC3F7"/>
                </a:solidFill>
              </a:rPr>
              <a:t>Sí. Solo necesitas: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0" cy="457200"/>
          </a:xfrm>
          <a:prstGeom prst="rect">
            <a:avLst/>
          </a:prstGeom>
          <a:solidFill>
            <a:srgbClr val="162050"/>
          </a:solidFill>
          <a:ln w="6350">
            <a:solidFill>
              <a:srgbClr val="2A3F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🧠  Una API de IA con Tool Use (Claude, Gemini, GPT-4)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029200" cy="457200"/>
          </a:xfrm>
          <a:prstGeom prst="rect">
            <a:avLst/>
          </a:prstGeom>
          <a:solidFill>
            <a:srgbClr val="162050"/>
          </a:solidFill>
          <a:ln w="6350">
            <a:solidFill>
              <a:srgbClr val="2A3F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40080" y="208483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💬  Un canal de comunicación (WhatsApp, Telegram, Slack)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5029200" cy="457200"/>
          </a:xfrm>
          <a:prstGeom prst="rect">
            <a:avLst/>
          </a:prstGeom>
          <a:solidFill>
            <a:srgbClr val="162050"/>
          </a:solidFill>
          <a:ln w="6350">
            <a:solidFill>
              <a:srgbClr val="2A3F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640080" y="263347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🗄️  Una fuente de datos (Notion, Google Sheets, cualquier DB)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5029200" cy="457200"/>
          </a:xfrm>
          <a:prstGeom prst="rect">
            <a:avLst/>
          </a:prstGeom>
          <a:solidFill>
            <a:srgbClr val="162050"/>
          </a:solidFill>
          <a:ln w="6350">
            <a:solidFill>
              <a:srgbClr val="2A3F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318211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⚙️  Un backend simple (FastAPI, Flask, Express)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029200" cy="457200"/>
          </a:xfrm>
          <a:prstGeom prst="rect">
            <a:avLst/>
          </a:prstGeom>
          <a:solidFill>
            <a:srgbClr val="162050"/>
          </a:solidFill>
          <a:ln w="6350">
            <a:solidFill>
              <a:srgbClr val="2A3F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3730752"/>
            <a:ext cx="4663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☁️  Hosting gratuito (Railway, Render, Fly.io)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960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</a:rPr>
              <a:t>Ideas para aplicar en tu trabajo: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0720" y="150876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A358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5897880" y="152704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 Agente de soporte interno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05740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6205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897880" y="207568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 Asistente de onboarding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260604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A358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897880" y="262432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 Monitor de KPIs por Slack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15468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6205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5897880" y="317296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 Automatización de reportes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370332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1A3580"/>
          </a:solidFill>
          <a:ln w="63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897880" y="3721608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→  Gestión de tickets por chat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1A3080">
              <a:alpha val="50000"/>
            </a:srgbClr>
          </a:solidFill>
          <a:ln w="12700">
            <a:solidFill>
              <a:srgbClr val="1A308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no reemplaza tu criterio,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 tu capacidad de actuar.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651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agente no toma decisiones financieras por mí.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da la información correcta en el momento correcto para que yo decida mejor.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164592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tablas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Notion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3657600"/>
            <a:ext cx="164592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288036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</a:rPr>
              <a:t>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88036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herramientas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del agente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3657600"/>
            <a:ext cx="164592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4632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</a:rPr>
              <a:t>24/7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disponible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en la nube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3657600"/>
            <a:ext cx="1645920" cy="1097280"/>
          </a:xfrm>
          <a:prstGeom prst="rect">
            <a:avLst/>
          </a:prstGeom>
          <a:solidFill>
            <a:srgbClr val="16205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812280" y="3703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</a:rPr>
              <a:t>~$3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1228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USD 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mes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¿Preguntas?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1203</Words>
  <Application>Microsoft Office PowerPoint</Application>
  <PresentationFormat>Presentación en pantalla (16:9)</PresentationFormat>
  <Paragraphs>217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Financiero Personal con IA</dc:title>
  <dc:subject>PptxGenJS Presentation</dc:subject>
  <dc:creator>PptxGenJS</dc:creator>
  <cp:lastModifiedBy>Nathalia Castiblanco</cp:lastModifiedBy>
  <cp:revision>1</cp:revision>
  <dcterms:created xsi:type="dcterms:W3CDTF">2026-05-06T18:33:56Z</dcterms:created>
  <dcterms:modified xsi:type="dcterms:W3CDTF">2026-05-07T17:06:51Z</dcterms:modified>
</cp:coreProperties>
</file>